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200"/>
            </a:pPr>
            <a:r>
              <a:t>The Spirit in Me — Learning to Call on God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600"/>
            </a:pPr>
            <a:r>
              <a:t>Week 1 • The Mingled Spirit and Calling on His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503214"/>
                </a:solidFill>
                <a:latin typeface="Georgia"/>
              </a:defRPr>
            </a:pPr>
            <a:r>
              <a:t>1) God Made You a Vessel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600">
                <a:solidFill>
                  <a:srgbClr val="3C2814"/>
                </a:solidFill>
                <a:latin typeface="Georgia"/>
              </a:defRPr>
            </a:pPr>
            <a:r>
              <a:t>Genesis 1:27 — God made us in His image.</a:t>
            </a:r>
          </a:p>
          <a:p>
            <a:pPr>
              <a:defRPr sz="2600">
                <a:solidFill>
                  <a:srgbClr val="3C2814"/>
                </a:solidFill>
                <a:latin typeface="Georgia"/>
              </a:defRPr>
            </a:pPr>
            <a:r>
              <a:t>Job 32:8 — There is a spirit in man.</a:t>
            </a:r>
          </a:p>
          <a:p>
            <a:pPr>
              <a:defRPr sz="2600">
                <a:solidFill>
                  <a:srgbClr val="3C2814"/>
                </a:solidFill>
                <a:latin typeface="Georgia"/>
              </a:defRPr>
            </a:pPr>
            <a:r>
              <a:t>We are like a cup made to be filled with God’s life.</a:t>
            </a:r>
          </a:p>
          <a:p>
            <a:pPr>
              <a:defRPr sz="2600">
                <a:solidFill>
                  <a:srgbClr val="3C2814"/>
                </a:solidFill>
                <a:latin typeface="Georgia"/>
              </a:defRPr>
            </a:pPr>
            <a:r>
              <a:t>Our spirit is a lamp to receive God’s light.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966428"/>
                </a:solidFill>
                <a:latin typeface="Georgia"/>
              </a:defRPr>
            </a:pPr>
            <a:r>
              <a:t>Created with a spirit to receive Him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>
                <a:solidFill>
                  <a:srgbClr val="784614"/>
                </a:solidFill>
              </a:defRPr>
            </a:pPr>
            <a:r>
              <a:t>Silent SoulConnect Ministry – Week 1 Lesson: The Spirit in 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503214"/>
                </a:solidFill>
                <a:latin typeface="Georgia"/>
              </a:defRPr>
            </a:pPr>
            <a:r>
              <a:t>2) Born Again — New Life Inside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600">
                <a:solidFill>
                  <a:srgbClr val="3C2814"/>
                </a:solidFill>
                <a:latin typeface="Georgia"/>
              </a:defRPr>
            </a:pPr>
            <a:r>
              <a:t>John 3:6 — Born of the Spirit = our spirit becomes alive.</a:t>
            </a:r>
          </a:p>
          <a:p>
            <a:pPr>
              <a:defRPr sz="2600">
                <a:solidFill>
                  <a:srgbClr val="3C2814"/>
                </a:solidFill>
                <a:latin typeface="Georgia"/>
              </a:defRPr>
            </a:pPr>
            <a:r>
              <a:t>When we believe, Jesus’ Spirit enters our spirit.</a:t>
            </a:r>
          </a:p>
          <a:p>
            <a:pPr>
              <a:defRPr sz="2600">
                <a:solidFill>
                  <a:srgbClr val="3C2814"/>
                </a:solidFill>
                <a:latin typeface="Georgia"/>
              </a:defRPr>
            </a:pPr>
            <a:r>
              <a:t>Picture: a dead phone coming alive when charged.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966428"/>
                </a:solidFill>
                <a:latin typeface="Georgia"/>
              </a:defRPr>
            </a:pPr>
            <a:r>
              <a:t>Regenerated in our spirit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>
                <a:solidFill>
                  <a:srgbClr val="784614"/>
                </a:solidFill>
              </a:defRPr>
            </a:pPr>
            <a:r>
              <a:t>Silent SoulConnect Ministry – Week 1 Lesson: The Spirit in 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503214"/>
                </a:solidFill>
                <a:latin typeface="Georgia"/>
              </a:defRPr>
            </a:pPr>
            <a:r>
              <a:t>3) One Spirit with the Lord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600">
                <a:solidFill>
                  <a:srgbClr val="3C2814"/>
                </a:solidFill>
                <a:latin typeface="Georgia"/>
              </a:defRPr>
            </a:pPr>
            <a:r>
              <a:t>1 Corinthians 6:17 — Joined to the Lord = one spirit.</a:t>
            </a:r>
          </a:p>
          <a:p>
            <a:pPr>
              <a:defRPr sz="2600">
                <a:solidFill>
                  <a:srgbClr val="3C2814"/>
                </a:solidFill>
                <a:latin typeface="Georgia"/>
              </a:defRPr>
            </a:pPr>
            <a:r>
              <a:t>1 Corinthians 15:45 — Jesus became the life-giving Spirit.</a:t>
            </a:r>
          </a:p>
          <a:p>
            <a:pPr>
              <a:defRPr sz="2600">
                <a:solidFill>
                  <a:srgbClr val="3C2814"/>
                </a:solidFill>
                <a:latin typeface="Georgia"/>
              </a:defRPr>
            </a:pPr>
            <a:r>
              <a:t>Like water mixed with juice — now one together.</a:t>
            </a:r>
          </a:p>
          <a:p>
            <a:pPr>
              <a:defRPr sz="2600">
                <a:solidFill>
                  <a:srgbClr val="3C2814"/>
                </a:solidFill>
                <a:latin typeface="Georgia"/>
              </a:defRPr>
            </a:pPr>
            <a:r>
              <a:t>Confess sins to remove blocks and feel His flow again.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966428"/>
                </a:solidFill>
                <a:latin typeface="Georgia"/>
              </a:defRPr>
            </a:pPr>
            <a:r>
              <a:t>The mingled Spirit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>
                <a:solidFill>
                  <a:srgbClr val="784614"/>
                </a:solidFill>
              </a:defRPr>
            </a:pPr>
            <a:r>
              <a:t>Silent SoulConnect Ministry – Week 1 Lesson: The Spirit in 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503214"/>
                </a:solidFill>
                <a:latin typeface="Georgia"/>
              </a:defRPr>
            </a:pPr>
            <a:r>
              <a:t>4) Calling on His Name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600">
                <a:solidFill>
                  <a:srgbClr val="3C2814"/>
                </a:solidFill>
                <a:latin typeface="Georgia"/>
              </a:defRPr>
            </a:pPr>
            <a:r>
              <a:t>Isaiah 12:4 — Give thanks; call upon His name.</a:t>
            </a:r>
          </a:p>
          <a:p>
            <a:pPr>
              <a:defRPr sz="2600">
                <a:solidFill>
                  <a:srgbClr val="3C2814"/>
                </a:solidFill>
                <a:latin typeface="Georgia"/>
              </a:defRPr>
            </a:pPr>
            <a:r>
              <a:t>Romans 10:12 — The Lord is rich to all who call.</a:t>
            </a:r>
          </a:p>
          <a:p>
            <a:pPr>
              <a:defRPr sz="2600">
                <a:solidFill>
                  <a:srgbClr val="3C2814"/>
                </a:solidFill>
                <a:latin typeface="Georgia"/>
              </a:defRPr>
            </a:pPr>
            <a:r>
              <a:t>Saying 'O Lord Jesus' is like breathing for our spirit.</a:t>
            </a:r>
          </a:p>
          <a:p>
            <a:pPr>
              <a:defRPr sz="2600">
                <a:solidFill>
                  <a:srgbClr val="3C2814"/>
                </a:solidFill>
                <a:latin typeface="Georgia"/>
              </a:defRPr>
            </a:pPr>
            <a:r>
              <a:t>Call anytime — in joy, fear, or peace.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966428"/>
                </a:solidFill>
                <a:latin typeface="Georgia"/>
              </a:defRPr>
            </a:pPr>
            <a:r>
              <a:t>Calling is spiritual breathing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>
                <a:solidFill>
                  <a:srgbClr val="784614"/>
                </a:solidFill>
              </a:defRPr>
            </a:pPr>
            <a:r>
              <a:t>Silent SoulConnect Ministry – Week 1 Lesson: The Spirit in 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503214"/>
                </a:solidFill>
                <a:latin typeface="Georgia"/>
              </a:defRPr>
            </a:pPr>
            <a:r>
              <a:t>5) Why &amp; How We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600">
                <a:solidFill>
                  <a:srgbClr val="3C2814"/>
                </a:solidFill>
                <a:latin typeface="Georgia"/>
              </a:defRPr>
            </a:pPr>
            <a:r>
              <a:t>Why: To be saved, comforted, and strengthened (Rom. 10:13; Ps. 116:13).</a:t>
            </a:r>
          </a:p>
          <a:p>
            <a:pPr>
              <a:defRPr sz="2600">
                <a:solidFill>
                  <a:srgbClr val="3C2814"/>
                </a:solidFill>
                <a:latin typeface="Georgia"/>
              </a:defRPr>
            </a:pPr>
            <a:r>
              <a:t>How: With a pure heart and lips (2 Tim. 2:22).</a:t>
            </a:r>
          </a:p>
          <a:p>
            <a:pPr>
              <a:defRPr sz="2600">
                <a:solidFill>
                  <a:srgbClr val="3C2814"/>
                </a:solidFill>
                <a:latin typeface="Georgia"/>
              </a:defRPr>
            </a:pPr>
            <a:r>
              <a:t>Practice calling daily and together with others.</a:t>
            </a:r>
          </a:p>
          <a:p>
            <a:pPr>
              <a:defRPr sz="2600">
                <a:solidFill>
                  <a:srgbClr val="3C2814"/>
                </a:solidFill>
                <a:latin typeface="Georgia"/>
              </a:defRPr>
            </a:pPr>
            <a:r>
              <a:t>Saying 'Lord Jesus' = drinking of the Spirit (1 Cor. 12:13; 12:3).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966428"/>
                </a:solidFill>
                <a:latin typeface="Georgia"/>
              </a:defRPr>
            </a:pPr>
            <a:r>
              <a:t>Daily, lifelong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>
                <a:solidFill>
                  <a:srgbClr val="784614"/>
                </a:solidFill>
              </a:defRPr>
            </a:pPr>
            <a:r>
              <a:t>Silent SoulConnect Ministry – Week 1 Lesson: The Spirit in 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503214"/>
                </a:solidFill>
                <a:latin typeface="Georgia"/>
              </a:defRPr>
            </a:pPr>
            <a:r>
              <a:t>6) Review &amp;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600">
                <a:solidFill>
                  <a:srgbClr val="3C2814"/>
                </a:solidFill>
                <a:latin typeface="Georgia"/>
              </a:defRPr>
            </a:pPr>
            <a:r>
              <a:t>Quick Q&amp;A: Who made your spirit? What happens when you call?</a:t>
            </a:r>
          </a:p>
          <a:p>
            <a:pPr>
              <a:defRPr sz="2600">
                <a:solidFill>
                  <a:srgbClr val="3C2814"/>
                </a:solidFill>
                <a:latin typeface="Georgia"/>
              </a:defRPr>
            </a:pPr>
            <a:r>
              <a:t>Activities: Breath Circle, Fill the Vessel, Memory Verse Relay.</a:t>
            </a:r>
          </a:p>
          <a:p>
            <a:pPr>
              <a:defRPr sz="2600">
                <a:solidFill>
                  <a:srgbClr val="3C2814"/>
                </a:solidFill>
                <a:latin typeface="Georgia"/>
              </a:defRPr>
            </a:pPr>
            <a:r>
              <a:t>Takeaway: Every day, breathe His name — O Lord Jesus!</a:t>
            </a:r>
          </a:p>
          <a:p>
            <a:pPr>
              <a:defRPr sz="2600">
                <a:solidFill>
                  <a:srgbClr val="3C2814"/>
                </a:solidFill>
                <a:latin typeface="Georgia"/>
              </a:defRPr>
            </a:pPr>
            <a:r>
              <a:t>Key Verse: Romans 10:13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966428"/>
                </a:solidFill>
                <a:latin typeface="Georgia"/>
              </a:defRPr>
            </a:pPr>
            <a:r>
              <a:t>Lesson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>
                <a:solidFill>
                  <a:srgbClr val="784614"/>
                </a:solidFill>
              </a:defRPr>
            </a:pPr>
            <a:r>
              <a:t>Silent SoulConnect Ministry – Week 1 Lesson: The Spirit in 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