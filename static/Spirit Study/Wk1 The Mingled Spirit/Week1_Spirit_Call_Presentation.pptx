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800"/>
            </a:pPr>
            <a:r>
              <a:t>The Spirit in Me — Learning to Call on God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Week 1 • The Mingled Spirit and Calling on His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1) God Made You a Vessel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Genesis 1:27 — God made us in His image</a:t>
            </a:r>
          </a:p>
          <a:p>
            <a:pPr>
              <a:defRPr sz="2600"/>
            </a:pPr>
            <a:r>
              <a:t>Job 32:8 — There is a spirit in man</a:t>
            </a:r>
          </a:p>
          <a:p>
            <a:pPr>
              <a:defRPr sz="2600"/>
            </a:pPr>
            <a:r>
              <a:t>We are like a cup: made to be filled with God’s life</a:t>
            </a:r>
          </a:p>
          <a:p>
            <a:pPr>
              <a:defRPr sz="2600"/>
            </a:pPr>
            <a:r>
              <a:t>Our spirit is the lamp/receiver to know God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Created with a spirit to receive Him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2) Born Again — New Life Inside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John 3:6 — Born of the Spirit = our spirit made alive</a:t>
            </a:r>
          </a:p>
          <a:p>
            <a:pPr>
              <a:defRPr sz="2600"/>
            </a:pPr>
            <a:r>
              <a:t>When we believe, Jesus’ Spirit enters our spirit</a:t>
            </a:r>
          </a:p>
          <a:p>
            <a:pPr>
              <a:defRPr sz="2600"/>
            </a:pPr>
            <a:r>
              <a:t>Picture: a dead phone comes alive when plugged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Regenerated in our spirit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3) One Spirit with the Lord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1 Corinthians 6:17 — Joined to the Lord = one spirit</a:t>
            </a:r>
          </a:p>
          <a:p>
            <a:pPr>
              <a:defRPr sz="2600"/>
            </a:pPr>
            <a:r>
              <a:t>1 Corinthians 15:45 — Jesus became the life-giving Spirit</a:t>
            </a:r>
          </a:p>
          <a:p>
            <a:pPr>
              <a:defRPr sz="2600"/>
            </a:pPr>
            <a:r>
              <a:t>Like water mixed with juice — no longer separate</a:t>
            </a:r>
          </a:p>
          <a:p>
            <a:pPr>
              <a:defRPr sz="2600"/>
            </a:pPr>
            <a:r>
              <a:t>Confess sins to remove 'insulation' and restore the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The mingled Spirit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4) Calling on His Name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Isaiah 12:4 — Give thanks; call upon His name</a:t>
            </a:r>
          </a:p>
          <a:p>
            <a:pPr>
              <a:defRPr sz="2600"/>
            </a:pPr>
            <a:r>
              <a:t>Romans 10:12 — The Lord is rich to all who call</a:t>
            </a:r>
          </a:p>
          <a:p>
            <a:pPr>
              <a:defRPr sz="2600"/>
            </a:pPr>
            <a:r>
              <a:t>Saying 'O Lord Jesus' is like breathing for our spirit</a:t>
            </a:r>
          </a:p>
          <a:p>
            <a:pPr>
              <a:defRPr sz="2600"/>
            </a:pPr>
            <a:r>
              <a:t>Call when weak or thankful — any time, anywhere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Calling is spiritual breathing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5) Why &amp; How We Call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Why: to be saved, rescued, strengthened (Rom. 10:13; Ps. 116:13)</a:t>
            </a:r>
          </a:p>
          <a:p>
            <a:pPr>
              <a:defRPr sz="2600"/>
            </a:pPr>
            <a:r>
              <a:t>How: with a pure heart and lips (2 Tim. 2:22)</a:t>
            </a:r>
          </a:p>
          <a:p>
            <a:pPr>
              <a:defRPr sz="2600"/>
            </a:pPr>
            <a:r>
              <a:t>Practice: call daily, and with others</a:t>
            </a:r>
          </a:p>
          <a:p>
            <a:pPr>
              <a:defRPr sz="2600"/>
            </a:pPr>
            <a:r>
              <a:t>Saying 'Lord Jesus' = drinking the Spirit (1 Cor. 12:13; 12:3)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Daily, lifelong practice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/>
            </a:pPr>
            <a:r>
              <a:t>6) Review &amp;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600"/>
            </a:pPr>
            <a:r>
              <a:t>Quick Q&amp;A: Who made your spirit? What happens when you call?</a:t>
            </a:r>
          </a:p>
          <a:p>
            <a:pPr>
              <a:defRPr sz="2600"/>
            </a:pPr>
            <a:r>
              <a:t>Activities: Breath Circle, Fill the Vessel, Memory Verse Relay</a:t>
            </a:r>
          </a:p>
          <a:p>
            <a:pPr>
              <a:defRPr sz="2600"/>
            </a:pPr>
            <a:r>
              <a:t>Takeaway: 'Every day, breathe His name — O Lord Jesus!'</a:t>
            </a:r>
          </a:p>
          <a:p>
            <a:pPr>
              <a:defRPr sz="2600"/>
            </a:pPr>
            <a:r>
              <a:t>Key Verse: Romans 10:13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5A5A5A"/>
                </a:solidFill>
              </a:defRPr>
            </a:pPr>
            <a:r>
              <a:t>Lesson wrap‑up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