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40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400" b="1">
                <a:solidFill>
                  <a:srgbClr val="FFFFFF"/>
                </a:solidFill>
              </a:defRPr>
            </a:pPr>
            <a:r>
              <a:t>Safe in God’s Hands — Never Let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FFFFFF"/>
                </a:solidFill>
              </a:defRPr>
            </a:pPr>
            <a:r>
              <a:t>A bright heart in God's hands. Our theme for the week — God's love never lets go.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40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400" b="1">
                <a:solidFill>
                  <a:srgbClr val="FFFFFF"/>
                </a:solidFill>
              </a:defRPr>
            </a:pPr>
            <a:r>
              <a:t>Even if my hand slips, His hand holds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FFFFFF"/>
                </a:solidFill>
              </a:defRPr>
            </a:pPr>
            <a:r>
              <a:t>Like a father holding a child, God’s hand is strong and steady.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40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400" b="1">
                <a:solidFill>
                  <a:srgbClr val="FFFFFF"/>
                </a:solidFill>
              </a:defRPr>
            </a:pPr>
            <a:r>
              <a:t>God never changes — solid rock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FFFFFF"/>
                </a:solidFill>
              </a:defRPr>
            </a:pPr>
            <a:r>
              <a:t>He is the same yesterday, today, and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40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400" b="1">
                <a:solidFill>
                  <a:srgbClr val="FFFFFF"/>
                </a:solidFill>
              </a:defRPr>
            </a:pPr>
            <a:r>
              <a:t>Jesus gives eternal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FFFFFF"/>
                </a:solidFill>
              </a:defRPr>
            </a:pPr>
            <a:r>
              <a:t>His promise is forever — no end, no loss.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40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400" b="1">
                <a:solidFill>
                  <a:srgbClr val="FFFFFF"/>
                </a:solidFill>
              </a:defRPr>
            </a:pPr>
            <a:r>
              <a:t>No one can take me from His hand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FFFFFF"/>
                </a:solidFill>
              </a:defRPr>
            </a:pPr>
            <a:r>
              <a:t>We are safe in the strong hands of our Father.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40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400" b="1">
                <a:solidFill>
                  <a:srgbClr val="FFFFFF"/>
                </a:solidFill>
              </a:defRPr>
            </a:pPr>
            <a:r>
              <a:t>God’s Word cleans and refreshes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FFFFFF"/>
                </a:solidFill>
              </a:defRPr>
            </a:pPr>
            <a:r>
              <a:t>The Bible is water that washes and renews our heart.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40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400" b="1">
                <a:solidFill>
                  <a:srgbClr val="FFFFFF"/>
                </a:solidFill>
              </a:defRPr>
            </a:pPr>
            <a:r>
              <a:t>Salvation for my whole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FFFFFF"/>
                </a:solidFill>
              </a:defRPr>
            </a:pPr>
            <a:r>
              <a:t>God’s love and salvation reach every home.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40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400" b="1">
                <a:solidFill>
                  <a:srgbClr val="FFFFFF"/>
                </a:solidFill>
              </a:defRPr>
            </a:pPr>
            <a:r>
              <a:t>Believe → Saved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FFFFFF"/>
                </a:solidFill>
              </a:defRPr>
            </a:pPr>
            <a:r>
              <a:t>The moment we believe, salvation becomes real — now, not later.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40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400" b="1">
                <a:solidFill>
                  <a:srgbClr val="FFFFFF"/>
                </a:solidFill>
              </a:defRPr>
            </a:pPr>
            <a:r>
              <a:t>Thank You Jesus — I’m safe forever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FFFFFF"/>
                </a:solidFill>
              </a:defRPr>
            </a:pPr>
            <a:r>
              <a:t>Our response is praise. Gratitude makes our faith strong.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40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400" b="1">
                <a:solidFill>
                  <a:srgbClr val="FFFFFF"/>
                </a:solidFill>
              </a:defRPr>
            </a:pPr>
            <a:r>
              <a:t>Once Saved, Always Secure in Christ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FFFFFF"/>
                </a:solidFill>
              </a:defRPr>
            </a:pPr>
            <a:r>
              <a:t>We finish this week knowing our salvation is sure and our hearts are safe.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